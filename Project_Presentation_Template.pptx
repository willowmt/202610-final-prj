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Organization Project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BSC/ITE 104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0" y="292608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________________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________________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Date: ________________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brief description of your simulator and what it demonstrates]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Understand [Key concept 1]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Analyze [Key concept 2]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 performance across [Dimension]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Setup &amp; Configuration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Simulator: [Name]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Details: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Component 1: [Description]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Component 2: [Description]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Parameters: [List parameters]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simulator screenshot here]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Methodology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Design: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Best Case: [Describe optimal conditions]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Worst Case: [Describe challenging conditions]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Real-World Case: [Describe typical scenario]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Edge Case: [Describe boundary conditions]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 Experiment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[Best Case Name]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Conditions: [Describe optimal input configuration]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Metric 1: [Value]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Metric 2: [Value]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Metric 3: [Value]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[What does this tell us?]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experiment screenshot]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Experiment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[Worst Case Name]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Conditions: [Describe challenging configuration]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Metric 1: [Value]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Metric 2: [Value]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Metric 3: [Value]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[What bottlenecks appear?]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experiment screenshot]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Experiment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[Real-World Case Name]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[Where does this data come from?]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Metric 1: [Value]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Metric 2: [Value]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Metric 3: [Value]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[How does this compare to ideal?]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experiment screenshot]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Findings: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[Finding 1]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Explanation: [Why did this occur?]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[Finding 2]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Explanation: [Underlying cause]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[Finding 3]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Explanation: [Impact on performance]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&amp; Data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comparison table or data visualization]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Explained: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Metric 1: [Definition and significance]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Metric 2: [Definition and significance]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Metric 3: [Definition and significance]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vs. Accuracy: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[Analysis with data support]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vs. Performance: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[Analysis with data support]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vs. Throughput: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[Analysis with data support]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Which factors matter most?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[Conclusion 1 - supported by data]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[Conclusion 2 - supported by data]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[Optimization 1 for real-world use]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[Optimization 2 for performance]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does this apply to production systems?]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764B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8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attention!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8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Organization (BSC/ITE 104)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2026-10-01T03:56:56Z</dcterms:created>
  <dcterms:modified xsi:type="dcterms:W3CDTF">2026-10-01T03:56:56Z</dcterms:modified>
</cp:coreProperties>
</file>